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AF7A1-C897-4235-A9D1-3A767612DB04}" v="22" dt="2020-05-31T00:21:22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dhar Murthy Sreedhara" userId="eb3b241fac200a5a" providerId="LiveId" clId="{E18AF7A1-C897-4235-A9D1-3A767612DB04}"/>
    <pc:docChg chg="undo redo custSel mod addSld modSld">
      <pc:chgData name="Giridhar Murthy Sreedhara" userId="eb3b241fac200a5a" providerId="LiveId" clId="{E18AF7A1-C897-4235-A9D1-3A767612DB04}" dt="2020-05-31T02:00:11.520" v="713" actId="14100"/>
      <pc:docMkLst>
        <pc:docMk/>
      </pc:docMkLst>
      <pc:sldChg chg="addSp delSp modSp mod setBg">
        <pc:chgData name="Giridhar Murthy Sreedhara" userId="eb3b241fac200a5a" providerId="LiveId" clId="{E18AF7A1-C897-4235-A9D1-3A767612DB04}" dt="2020-05-31T02:00:06.492" v="712" actId="14100"/>
        <pc:sldMkLst>
          <pc:docMk/>
          <pc:sldMk cId="490705747" sldId="256"/>
        </pc:sldMkLst>
        <pc:spChg chg="mod">
          <ac:chgData name="Giridhar Murthy Sreedhara" userId="eb3b241fac200a5a" providerId="LiveId" clId="{E18AF7A1-C897-4235-A9D1-3A767612DB04}" dt="2020-05-31T00:19:51.803" v="700" actId="26606"/>
          <ac:spMkLst>
            <pc:docMk/>
            <pc:sldMk cId="490705747" sldId="256"/>
            <ac:spMk id="4" creationId="{411F0F16-3892-47ED-9B3C-D7D14ACE932B}"/>
          </ac:spMkLst>
        </pc:spChg>
        <pc:spChg chg="mod ord">
          <ac:chgData name="Giridhar Murthy Sreedhara" userId="eb3b241fac200a5a" providerId="LiveId" clId="{E18AF7A1-C897-4235-A9D1-3A767612DB04}" dt="2020-05-31T01:48:09" v="710" actId="20577"/>
          <ac:spMkLst>
            <pc:docMk/>
            <pc:sldMk cId="490705747" sldId="256"/>
            <ac:spMk id="5" creationId="{41E3C976-CF3A-4087-9B3D-841EBD6E5959}"/>
          </ac:spMkLst>
        </pc:spChg>
        <pc:spChg chg="add del">
          <ac:chgData name="Giridhar Murthy Sreedhara" userId="eb3b241fac200a5a" providerId="LiveId" clId="{E18AF7A1-C897-4235-A9D1-3A767612DB04}" dt="2020-05-31T00:19:51.803" v="700" actId="26606"/>
          <ac:spMkLst>
            <pc:docMk/>
            <pc:sldMk cId="490705747" sldId="256"/>
            <ac:spMk id="14" creationId="{7D8E67F2-F753-4E06-8229-4970A6725835}"/>
          </ac:spMkLst>
        </pc:spChg>
        <pc:spChg chg="add del">
          <ac:chgData name="Giridhar Murthy Sreedhara" userId="eb3b241fac200a5a" providerId="LiveId" clId="{E18AF7A1-C897-4235-A9D1-3A767612DB04}" dt="2020-05-31T00:19:51.803" v="700" actId="26606"/>
          <ac:spMkLst>
            <pc:docMk/>
            <pc:sldMk cId="490705747" sldId="256"/>
            <ac:spMk id="18" creationId="{007B8288-68CC-4847-8419-CF535B6B7EEA}"/>
          </ac:spMkLst>
        </pc:spChg>
        <pc:spChg chg="add del">
          <ac:chgData name="Giridhar Murthy Sreedhara" userId="eb3b241fac200a5a" providerId="LiveId" clId="{E18AF7A1-C897-4235-A9D1-3A767612DB04}" dt="2020-05-31T00:19:51.803" v="700" actId="26606"/>
          <ac:spMkLst>
            <pc:docMk/>
            <pc:sldMk cId="490705747" sldId="256"/>
            <ac:spMk id="20" creationId="{32BA8EA8-C1B6-4309-B674-F9F399B96288}"/>
          </ac:spMkLst>
        </pc:spChg>
        <pc:picChg chg="add del mod">
          <ac:chgData name="Giridhar Murthy Sreedhara" userId="eb3b241fac200a5a" providerId="LiveId" clId="{E18AF7A1-C897-4235-A9D1-3A767612DB04}" dt="2020-05-31T00:19:23.073" v="695" actId="478"/>
          <ac:picMkLst>
            <pc:docMk/>
            <pc:sldMk cId="490705747" sldId="256"/>
            <ac:picMk id="2" creationId="{31398255-4725-498F-85F3-BBF5C56728C5}"/>
          </ac:picMkLst>
        </pc:picChg>
        <pc:picChg chg="add mod">
          <ac:chgData name="Giridhar Murthy Sreedhara" userId="eb3b241fac200a5a" providerId="LiveId" clId="{E18AF7A1-C897-4235-A9D1-3A767612DB04}" dt="2020-05-31T00:20:04.890" v="705" actId="1076"/>
          <ac:picMkLst>
            <pc:docMk/>
            <pc:sldMk cId="490705747" sldId="256"/>
            <ac:picMk id="3" creationId="{F400EA18-2F07-47BA-BAEA-48E47F93C7B7}"/>
          </ac:picMkLst>
        </pc:picChg>
        <pc:picChg chg="mod">
          <ac:chgData name="Giridhar Murthy Sreedhara" userId="eb3b241fac200a5a" providerId="LiveId" clId="{E18AF7A1-C897-4235-A9D1-3A767612DB04}" dt="2020-05-31T00:19:51.803" v="700" actId="26606"/>
          <ac:picMkLst>
            <pc:docMk/>
            <pc:sldMk cId="490705747" sldId="256"/>
            <ac:picMk id="6" creationId="{4D2C9718-5B2E-4EDB-8E0C-0E93BDAC8569}"/>
          </ac:picMkLst>
        </pc:picChg>
        <pc:picChg chg="del mod">
          <ac:chgData name="Giridhar Murthy Sreedhara" userId="eb3b241fac200a5a" providerId="LiveId" clId="{E18AF7A1-C897-4235-A9D1-3A767612DB04}" dt="2020-05-31T00:19:16.804" v="691" actId="478"/>
          <ac:picMkLst>
            <pc:docMk/>
            <pc:sldMk cId="490705747" sldId="256"/>
            <ac:picMk id="7" creationId="{BF711B5A-C6F1-44CC-A347-E4C42C1B6411}"/>
          </ac:picMkLst>
        </pc:picChg>
        <pc:picChg chg="add mod">
          <ac:chgData name="Giridhar Murthy Sreedhara" userId="eb3b241fac200a5a" providerId="LiveId" clId="{E18AF7A1-C897-4235-A9D1-3A767612DB04}" dt="2020-05-31T00:21:27.472" v="709" actId="1076"/>
          <ac:picMkLst>
            <pc:docMk/>
            <pc:sldMk cId="490705747" sldId="256"/>
            <ac:picMk id="8" creationId="{77B71748-9545-42FA-8D6F-ED7AF8FF3EDC}"/>
          </ac:picMkLst>
        </pc:picChg>
        <pc:picChg chg="add del">
          <ac:chgData name="Giridhar Murthy Sreedhara" userId="eb3b241fac200a5a" providerId="LiveId" clId="{E18AF7A1-C897-4235-A9D1-3A767612DB04}" dt="2020-05-31T00:19:51.803" v="700" actId="26606"/>
          <ac:picMkLst>
            <pc:docMk/>
            <pc:sldMk cId="490705747" sldId="256"/>
            <ac:picMk id="16" creationId="{2EE1BDFD-564B-44A4-841A-50D6A8E75CB4}"/>
          </ac:picMkLst>
        </pc:picChg>
        <pc:cxnChg chg="mod ord">
          <ac:chgData name="Giridhar Murthy Sreedhara" userId="eb3b241fac200a5a" providerId="LiveId" clId="{E18AF7A1-C897-4235-A9D1-3A767612DB04}" dt="2020-05-31T02:00:06.492" v="712" actId="14100"/>
          <ac:cxnSpMkLst>
            <pc:docMk/>
            <pc:sldMk cId="490705747" sldId="256"/>
            <ac:cxnSpMk id="9" creationId="{1EB25936-F5B3-4D8E-82A1-97E2AEB8ABD8}"/>
          </ac:cxnSpMkLst>
        </pc:cxnChg>
      </pc:sldChg>
      <pc:sldChg chg="addSp delSp modSp new mod">
        <pc:chgData name="Giridhar Murthy Sreedhara" userId="eb3b241fac200a5a" providerId="LiveId" clId="{E18AF7A1-C897-4235-A9D1-3A767612DB04}" dt="2020-05-29T19:38:58.607" v="669" actId="113"/>
        <pc:sldMkLst>
          <pc:docMk/>
          <pc:sldMk cId="2882761305" sldId="257"/>
        </pc:sldMkLst>
        <pc:spChg chg="del">
          <ac:chgData name="Giridhar Murthy Sreedhara" userId="eb3b241fac200a5a" providerId="LiveId" clId="{E18AF7A1-C897-4235-A9D1-3A767612DB04}" dt="2020-05-29T17:59:19.778" v="1" actId="478"/>
          <ac:spMkLst>
            <pc:docMk/>
            <pc:sldMk cId="2882761305" sldId="257"/>
            <ac:spMk id="2" creationId="{720EBC8E-FD00-4FD9-8C14-B2007856F0CA}"/>
          </ac:spMkLst>
        </pc:spChg>
        <pc:spChg chg="del">
          <ac:chgData name="Giridhar Murthy Sreedhara" userId="eb3b241fac200a5a" providerId="LiveId" clId="{E18AF7A1-C897-4235-A9D1-3A767612DB04}" dt="2020-05-29T17:59:21.516" v="2" actId="478"/>
          <ac:spMkLst>
            <pc:docMk/>
            <pc:sldMk cId="2882761305" sldId="257"/>
            <ac:spMk id="3" creationId="{86D115A0-8B41-486B-94BA-3F4DA4E382D4}"/>
          </ac:spMkLst>
        </pc:spChg>
        <pc:spChg chg="add mod">
          <ac:chgData name="Giridhar Murthy Sreedhara" userId="eb3b241fac200a5a" providerId="LiveId" clId="{E18AF7A1-C897-4235-A9D1-3A767612DB04}" dt="2020-05-29T19:38:19.478" v="631" actId="255"/>
          <ac:spMkLst>
            <pc:docMk/>
            <pc:sldMk cId="2882761305" sldId="257"/>
            <ac:spMk id="4" creationId="{CB418F9D-BDE5-4DFE-B087-045777F544B0}"/>
          </ac:spMkLst>
        </pc:spChg>
        <pc:spChg chg="add mod">
          <ac:chgData name="Giridhar Murthy Sreedhara" userId="eb3b241fac200a5a" providerId="LiveId" clId="{E18AF7A1-C897-4235-A9D1-3A767612DB04}" dt="2020-05-29T19:38:58.607" v="669" actId="113"/>
          <ac:spMkLst>
            <pc:docMk/>
            <pc:sldMk cId="2882761305" sldId="257"/>
            <ac:spMk id="5" creationId="{D8D8058C-4DAF-47AC-9FDC-8DDADE2BAF2F}"/>
          </ac:spMkLst>
        </pc:spChg>
        <pc:picChg chg="add mod">
          <ac:chgData name="Giridhar Murthy Sreedhara" userId="eb3b241fac200a5a" providerId="LiveId" clId="{E18AF7A1-C897-4235-A9D1-3A767612DB04}" dt="2020-05-29T18:02:26.160" v="220" actId="1076"/>
          <ac:picMkLst>
            <pc:docMk/>
            <pc:sldMk cId="2882761305" sldId="257"/>
            <ac:picMk id="6" creationId="{FDFBD7CD-D1F4-41E8-A0AD-7FFC422679BF}"/>
          </ac:picMkLst>
        </pc:picChg>
      </pc:sldChg>
      <pc:sldChg chg="addSp delSp modSp new mod">
        <pc:chgData name="Giridhar Murthy Sreedhara" userId="eb3b241fac200a5a" providerId="LiveId" clId="{E18AF7A1-C897-4235-A9D1-3A767612DB04}" dt="2020-05-31T02:00:11.520" v="713" actId="14100"/>
        <pc:sldMkLst>
          <pc:docMk/>
          <pc:sldMk cId="1240761623" sldId="258"/>
        </pc:sldMkLst>
        <pc:spChg chg="del">
          <ac:chgData name="Giridhar Murthy Sreedhara" userId="eb3b241fac200a5a" providerId="LiveId" clId="{E18AF7A1-C897-4235-A9D1-3A767612DB04}" dt="2020-05-29T18:18:03.260" v="253" actId="478"/>
          <ac:spMkLst>
            <pc:docMk/>
            <pc:sldMk cId="1240761623" sldId="258"/>
            <ac:spMk id="2" creationId="{14AF97BD-2764-4414-A0AC-D3E9A0FF8C14}"/>
          </ac:spMkLst>
        </pc:spChg>
        <pc:spChg chg="del">
          <ac:chgData name="Giridhar Murthy Sreedhara" userId="eb3b241fac200a5a" providerId="LiveId" clId="{E18AF7A1-C897-4235-A9D1-3A767612DB04}" dt="2020-05-29T18:18:04.781" v="254" actId="478"/>
          <ac:spMkLst>
            <pc:docMk/>
            <pc:sldMk cId="1240761623" sldId="258"/>
            <ac:spMk id="3" creationId="{9B990712-0CFA-45BF-9E2E-E120B6F3ADFB}"/>
          </ac:spMkLst>
        </pc:spChg>
        <pc:spChg chg="add mod">
          <ac:chgData name="Giridhar Murthy Sreedhara" userId="eb3b241fac200a5a" providerId="LiveId" clId="{E18AF7A1-C897-4235-A9D1-3A767612DB04}" dt="2020-05-29T19:38:34.472" v="655" actId="404"/>
          <ac:spMkLst>
            <pc:docMk/>
            <pc:sldMk cId="1240761623" sldId="258"/>
            <ac:spMk id="4" creationId="{296072AB-D57F-4207-8DA6-2B7660E0E4C2}"/>
          </ac:spMkLst>
        </pc:spChg>
        <pc:spChg chg="add mod">
          <ac:chgData name="Giridhar Murthy Sreedhara" userId="eb3b241fac200a5a" providerId="LiveId" clId="{E18AF7A1-C897-4235-A9D1-3A767612DB04}" dt="2020-05-29T19:38:55.785" v="668" actId="113"/>
          <ac:spMkLst>
            <pc:docMk/>
            <pc:sldMk cId="1240761623" sldId="258"/>
            <ac:spMk id="5" creationId="{6DB9BB71-69F2-49AC-827D-B286C5223D6E}"/>
          </ac:spMkLst>
        </pc:spChg>
        <pc:picChg chg="add mod">
          <ac:chgData name="Giridhar Murthy Sreedhara" userId="eb3b241fac200a5a" providerId="LiveId" clId="{E18AF7A1-C897-4235-A9D1-3A767612DB04}" dt="2020-05-29T18:19:35.839" v="392" actId="1076"/>
          <ac:picMkLst>
            <pc:docMk/>
            <pc:sldMk cId="1240761623" sldId="258"/>
            <ac:picMk id="6" creationId="{5BF37BEE-D29C-4CA2-9046-06B4DE6E96AE}"/>
          </ac:picMkLst>
        </pc:picChg>
        <pc:picChg chg="add mod">
          <ac:chgData name="Giridhar Murthy Sreedhara" userId="eb3b241fac200a5a" providerId="LiveId" clId="{E18AF7A1-C897-4235-A9D1-3A767612DB04}" dt="2020-05-29T18:22:50.106" v="467" actId="1076"/>
          <ac:picMkLst>
            <pc:docMk/>
            <pc:sldMk cId="1240761623" sldId="258"/>
            <ac:picMk id="7" creationId="{3AAE894C-F8AD-494C-90BD-0555C668EC4F}"/>
          </ac:picMkLst>
        </pc:picChg>
        <pc:cxnChg chg="add mod">
          <ac:chgData name="Giridhar Murthy Sreedhara" userId="eb3b241fac200a5a" providerId="LiveId" clId="{E18AF7A1-C897-4235-A9D1-3A767612DB04}" dt="2020-05-29T18:23:19.082" v="476" actId="14100"/>
          <ac:cxnSpMkLst>
            <pc:docMk/>
            <pc:sldMk cId="1240761623" sldId="258"/>
            <ac:cxnSpMk id="9" creationId="{DF64AA21-11DB-42AD-8E36-51C42E176750}"/>
          </ac:cxnSpMkLst>
        </pc:cxnChg>
        <pc:cxnChg chg="add mod">
          <ac:chgData name="Giridhar Murthy Sreedhara" userId="eb3b241fac200a5a" providerId="LiveId" clId="{E18AF7A1-C897-4235-A9D1-3A767612DB04}" dt="2020-05-31T02:00:11.520" v="713" actId="14100"/>
          <ac:cxnSpMkLst>
            <pc:docMk/>
            <pc:sldMk cId="1240761623" sldId="258"/>
            <ac:cxnSpMk id="12" creationId="{F58F240F-AB85-4F2A-8ADD-62749F1E6FC3}"/>
          </ac:cxnSpMkLst>
        </pc:cxnChg>
      </pc:sldChg>
      <pc:sldChg chg="addSp delSp modSp new mod">
        <pc:chgData name="Giridhar Murthy Sreedhara" userId="eb3b241fac200a5a" providerId="LiveId" clId="{E18AF7A1-C897-4235-A9D1-3A767612DB04}" dt="2020-05-29T19:38:52.507" v="667" actId="113"/>
        <pc:sldMkLst>
          <pc:docMk/>
          <pc:sldMk cId="586161130" sldId="259"/>
        </pc:sldMkLst>
        <pc:spChg chg="del">
          <ac:chgData name="Giridhar Murthy Sreedhara" userId="eb3b241fac200a5a" providerId="LiveId" clId="{E18AF7A1-C897-4235-A9D1-3A767612DB04}" dt="2020-05-29T19:25:59.577" v="491" actId="478"/>
          <ac:spMkLst>
            <pc:docMk/>
            <pc:sldMk cId="586161130" sldId="259"/>
            <ac:spMk id="2" creationId="{48C5FE41-12D9-4279-8898-448D0EECEB71}"/>
          </ac:spMkLst>
        </pc:spChg>
        <pc:spChg chg="del">
          <ac:chgData name="Giridhar Murthy Sreedhara" userId="eb3b241fac200a5a" providerId="LiveId" clId="{E18AF7A1-C897-4235-A9D1-3A767612DB04}" dt="2020-05-29T19:26:00.970" v="492" actId="478"/>
          <ac:spMkLst>
            <pc:docMk/>
            <pc:sldMk cId="586161130" sldId="259"/>
            <ac:spMk id="3" creationId="{55D3D8D1-AFFD-4BC2-8A21-71708331E39A}"/>
          </ac:spMkLst>
        </pc:spChg>
        <pc:spChg chg="add mod">
          <ac:chgData name="Giridhar Murthy Sreedhara" userId="eb3b241fac200a5a" providerId="LiveId" clId="{E18AF7A1-C897-4235-A9D1-3A767612DB04}" dt="2020-05-29T19:38:45.534" v="666" actId="404"/>
          <ac:spMkLst>
            <pc:docMk/>
            <pc:sldMk cId="586161130" sldId="259"/>
            <ac:spMk id="4" creationId="{17C34AC6-8629-47C8-B859-4AA4361FBFE0}"/>
          </ac:spMkLst>
        </pc:spChg>
        <pc:spChg chg="add mod">
          <ac:chgData name="Giridhar Murthy Sreedhara" userId="eb3b241fac200a5a" providerId="LiveId" clId="{E18AF7A1-C897-4235-A9D1-3A767612DB04}" dt="2020-05-29T19:38:52.507" v="667" actId="113"/>
          <ac:spMkLst>
            <pc:docMk/>
            <pc:sldMk cId="586161130" sldId="259"/>
            <ac:spMk id="5" creationId="{061D7BE9-5607-406D-ACC5-CCDDF5E531B5}"/>
          </ac:spMkLst>
        </pc:spChg>
        <pc:picChg chg="add mod">
          <ac:chgData name="Giridhar Murthy Sreedhara" userId="eb3b241fac200a5a" providerId="LiveId" clId="{E18AF7A1-C897-4235-A9D1-3A767612DB04}" dt="2020-05-29T19:28:19.937" v="601" actId="1076"/>
          <ac:picMkLst>
            <pc:docMk/>
            <pc:sldMk cId="586161130" sldId="259"/>
            <ac:picMk id="6" creationId="{50A96A08-5F0E-4495-8475-7328D21D942E}"/>
          </ac:picMkLst>
        </pc:picChg>
        <pc:cxnChg chg="add mod">
          <ac:chgData name="Giridhar Murthy Sreedhara" userId="eb3b241fac200a5a" providerId="LiveId" clId="{E18AF7A1-C897-4235-A9D1-3A767612DB04}" dt="2020-05-29T19:28:33.007" v="611" actId="692"/>
          <ac:cxnSpMkLst>
            <pc:docMk/>
            <pc:sldMk cId="586161130" sldId="259"/>
            <ac:cxnSpMk id="8" creationId="{85CEA100-52C2-4E65-9F60-7C447406816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6147-E84B-43A3-B46B-376E17D87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B0E91-524A-40E7-A768-F20EB5693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D48D-F04D-42BA-94B7-52C49C91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9419E-BD92-45E8-8884-B24993DE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E03CF-E3FB-45E1-B370-9AAAEE38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6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E488-B9C9-4B19-939C-00140CE0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40C4A-9D8F-493E-81BD-A3F257C64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2DD4-840D-4A8F-AF51-D4279162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2346-9B90-4CD5-8A3D-02B52CA6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D6C6F-ABF6-4848-AC10-084B36F3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6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916D-C131-4A58-BC27-745C199A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A5E27-0982-4C76-9485-D4035679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C8AA-2753-4A99-9DBC-DAE8DE31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0B470-19A5-477C-9D8A-C99B65B7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BDE66-6551-43D6-9352-16EFC7D6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0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4B23-7605-4424-B1D2-3176BCDF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81B44-ED09-4033-9112-F6F39B48E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DED1B-6DB2-4A25-B2ED-F28284EF4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56295-F63D-4131-9646-734BE7ACD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161DF-25D7-40C2-AAE0-121E4FAF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D7AD1-0113-484E-BAB1-16489A4C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8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AC02E-ECFE-401F-A21D-8E85EF98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0CE23-5E35-44AB-B64F-994E1C92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3224E-3F11-422F-90ED-0FCE48B5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7D432-1476-4DBE-9DBC-4F47AFD0E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362A0-FA40-4059-A04B-74B869FD1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9823C-6544-448C-B18D-2D4481B7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5A43F-F7CA-4CDE-AC61-6FF39932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748E61-A88E-40A7-91D6-D971916F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6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7510-C4D0-4880-BC51-B2AD7EBA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06753-F077-4F93-823F-20A1215F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5C98D-B3BF-4FC0-B2DD-D41025FE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21B8C-1E77-4ABE-BB92-E5309D67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3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A130F-52ED-4CAC-BAA1-44CE9132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05F1D-C855-4872-8A10-06B76858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2B825-AB84-401C-941B-853E01DF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5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2CF5-0F60-4453-B721-F3C175DE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E38-2827-48BC-9680-9BCD66873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5E127-B6FB-4293-B9B7-6AB0B4FD7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81ECE-9D92-41E2-AE95-C1DDFED16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3D2D2-7B55-44F1-B618-0A479F86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D6BF9-DB3E-41EF-B608-4B686A01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2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CA09-62C9-493C-8F21-3E905648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8F0F4-A2F4-4D04-AED6-1E76CA0E3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E8891-8240-49E3-A9DF-0E6B6F2B5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138AD-FCF1-4E97-8EE0-DDB96E66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35474-AAE2-4CD0-A6A5-FB10D659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8D2BB-0898-49AA-875A-2CCDC8ED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3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22D-FD16-4108-B52F-44CF5607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AEF3F-ADB4-40DB-AC74-70F89613C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035A-33A6-4356-B5A7-D2D83DDB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7EF20-4BDF-401D-9C53-FCFF05CE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B156C-4122-438E-8545-C23E9E1E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03908-5179-4087-99E4-816B91214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6C567-BF7D-43D2-8E65-D01179541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968C3-B030-4D61-AD7C-39D1C3F2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6C20D-9923-4CE5-B5E4-B4367676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4AFB6-41C3-41BC-B537-41B55ABD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8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E0CDE-EA75-402A-A136-71D1C1B3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E9CF6-6EE5-452D-B623-6A2592419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B3829-8D6C-46E2-912E-D3D86D6A2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5DBBA-3593-474A-9D7F-5B353277DAA8}" type="datetimeFigureOut">
              <a:rPr lang="en-US" smtClean="0"/>
              <a:t>5/30/2020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86B3D-40B4-4C4B-9DC1-55A7426DD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6502F-C15B-4BD5-8C28-0F839EF0C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F3FAC-A4F0-400B-B782-44EEF68CD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2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1F0F16-3892-47ED-9B3C-D7D14ACE932B}"/>
              </a:ext>
            </a:extLst>
          </p:cNvPr>
          <p:cNvSpPr txBox="1"/>
          <p:nvPr/>
        </p:nvSpPr>
        <p:spPr>
          <a:xfrm>
            <a:off x="97277" y="233464"/>
            <a:ext cx="1172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PROBLEM 1</a:t>
            </a:r>
            <a:r>
              <a:rPr lang="en-US"/>
              <a:t>: Finding the current active segment for each customer sorted by the segment update date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3C976-CF3A-4087-9B3D-841EBD6E5959}"/>
              </a:ext>
            </a:extLst>
          </p:cNvPr>
          <p:cNvSpPr txBox="1"/>
          <p:nvPr/>
        </p:nvSpPr>
        <p:spPr>
          <a:xfrm>
            <a:off x="97277" y="684448"/>
            <a:ext cx="117218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</a:t>
            </a:r>
          </a:p>
          <a:p>
            <a:r>
              <a:rPr lang="en-US" sz="1400" dirty="0"/>
              <a:t>Since we have more than one active segment(</a:t>
            </a:r>
            <a:r>
              <a:rPr lang="en-US" sz="1400" dirty="0" err="1"/>
              <a:t>active_flag</a:t>
            </a:r>
            <a:r>
              <a:rPr lang="en-US" sz="1400" dirty="0"/>
              <a:t>=‘Y’) record showing for a </a:t>
            </a:r>
            <a:r>
              <a:rPr lang="en-US" sz="1400" dirty="0" err="1"/>
              <a:t>cust_id</a:t>
            </a:r>
            <a:r>
              <a:rPr lang="en-US" sz="1400" dirty="0"/>
              <a:t> and </a:t>
            </a:r>
            <a:r>
              <a:rPr lang="en-US" sz="1400" dirty="0" err="1"/>
              <a:t>seg_name</a:t>
            </a:r>
            <a:r>
              <a:rPr lang="en-US" sz="1400" dirty="0"/>
              <a:t> combination, a straight-forward 	WHERE ACTIVE_FLAG=‘Y’ ORDER BY UPDATE_</a:t>
            </a:r>
            <a:r>
              <a:rPr lang="en-US" sz="1400"/>
              <a:t>AT  </a:t>
            </a:r>
            <a:r>
              <a:rPr lang="en-US" sz="1400" dirty="0"/>
              <a:t>will fetch records for customer where there are two dates active for a segment. </a:t>
            </a:r>
          </a:p>
          <a:p>
            <a:r>
              <a:rPr lang="en-US" sz="1400" dirty="0"/>
              <a:t>For example :</a:t>
            </a:r>
          </a:p>
          <a:p>
            <a:pPr lvl="2"/>
            <a:r>
              <a:rPr lang="en-US" sz="1100" dirty="0"/>
              <a:t>SELECT * FROM SEGMENTS WHERE CUST_ID='12064' AND ACTIVE_FLAG=‘Y’;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To account for this, I have modified the query as below</a:t>
            </a:r>
          </a:p>
          <a:p>
            <a:pPr lvl="2"/>
            <a:r>
              <a:rPr lang="en-US" sz="900" b="1" dirty="0"/>
              <a:t>SELECT</a:t>
            </a:r>
          </a:p>
          <a:p>
            <a:pPr lvl="2"/>
            <a:r>
              <a:rPr lang="en-US" sz="900" dirty="0"/>
              <a:t>CUST_ID,</a:t>
            </a:r>
          </a:p>
          <a:p>
            <a:pPr lvl="2"/>
            <a:r>
              <a:rPr lang="en-US" sz="900" dirty="0"/>
              <a:t>SEG_NAME,</a:t>
            </a:r>
          </a:p>
          <a:p>
            <a:pPr lvl="2"/>
            <a:r>
              <a:rPr lang="en-US" sz="900" dirty="0"/>
              <a:t>UPDATED_AT</a:t>
            </a:r>
          </a:p>
          <a:p>
            <a:pPr lvl="2"/>
            <a:r>
              <a:rPr lang="en-US" sz="900" b="1" dirty="0"/>
              <a:t>FROM</a:t>
            </a:r>
          </a:p>
          <a:p>
            <a:pPr lvl="2"/>
            <a:r>
              <a:rPr lang="en-US" sz="900" dirty="0"/>
              <a:t>(</a:t>
            </a:r>
          </a:p>
          <a:p>
            <a:pPr lvl="2"/>
            <a:r>
              <a:rPr lang="en-US" sz="900" b="1" dirty="0"/>
              <a:t>SELECT</a:t>
            </a:r>
          </a:p>
          <a:p>
            <a:pPr lvl="2"/>
            <a:r>
              <a:rPr lang="en-US" sz="900" dirty="0" err="1"/>
              <a:t>cust_id</a:t>
            </a:r>
            <a:r>
              <a:rPr lang="en-US" sz="900" dirty="0"/>
              <a:t>, </a:t>
            </a:r>
            <a:r>
              <a:rPr lang="en-US" sz="900" dirty="0" err="1"/>
              <a:t>seg_name</a:t>
            </a:r>
            <a:r>
              <a:rPr lang="en-US" sz="900" dirty="0"/>
              <a:t>, </a:t>
            </a:r>
            <a:r>
              <a:rPr lang="en-US" sz="900" dirty="0" err="1"/>
              <a:t>update_at</a:t>
            </a:r>
            <a:r>
              <a:rPr lang="en-US" sz="900" dirty="0"/>
              <a:t> </a:t>
            </a:r>
            <a:r>
              <a:rPr lang="en-US" sz="900" b="1" dirty="0"/>
              <a:t>AS UPDATED_AT, ROW_NUMBER() OVER (PARTITION BY CUST_ID</a:t>
            </a:r>
          </a:p>
          <a:p>
            <a:pPr lvl="2"/>
            <a:r>
              <a:rPr lang="en-US" sz="900" b="1" dirty="0"/>
              <a:t>ORDER BY</a:t>
            </a:r>
          </a:p>
          <a:p>
            <a:pPr lvl="2"/>
            <a:r>
              <a:rPr lang="en-US" sz="900" dirty="0"/>
              <a:t>UPDATE_AT </a:t>
            </a:r>
            <a:r>
              <a:rPr lang="en-US" sz="900" b="1" dirty="0"/>
              <a:t>DESC) AS LATEST</a:t>
            </a:r>
          </a:p>
          <a:p>
            <a:pPr lvl="2"/>
            <a:r>
              <a:rPr lang="en-US" sz="900" b="1" dirty="0"/>
              <a:t>FROM</a:t>
            </a:r>
          </a:p>
          <a:p>
            <a:pPr lvl="2"/>
            <a:r>
              <a:rPr lang="en-US" sz="900" dirty="0"/>
              <a:t>SEGMENTS</a:t>
            </a:r>
          </a:p>
          <a:p>
            <a:pPr lvl="2"/>
            <a:r>
              <a:rPr lang="en-US" sz="900" b="1" dirty="0"/>
              <a:t>WHERE</a:t>
            </a:r>
          </a:p>
          <a:p>
            <a:pPr lvl="2"/>
            <a:r>
              <a:rPr lang="en-US" sz="900" dirty="0"/>
              <a:t>ACTIVE_FLAG = 'Y' ) LATEST_SEG</a:t>
            </a:r>
          </a:p>
          <a:p>
            <a:pPr lvl="2"/>
            <a:r>
              <a:rPr lang="en-US" sz="900" b="1" dirty="0"/>
              <a:t>WHERE</a:t>
            </a:r>
          </a:p>
          <a:p>
            <a:pPr lvl="2"/>
            <a:r>
              <a:rPr lang="en-US" sz="900" dirty="0"/>
              <a:t>LATEST = 1</a:t>
            </a:r>
          </a:p>
          <a:p>
            <a:pPr lvl="2"/>
            <a:r>
              <a:rPr lang="en-US" sz="900" b="1" dirty="0"/>
              <a:t>ORDER BY</a:t>
            </a:r>
          </a:p>
          <a:p>
            <a:pPr lvl="2"/>
            <a:r>
              <a:rPr lang="en-US" sz="900" dirty="0"/>
              <a:t>UPDATED_AT </a:t>
            </a:r>
            <a:r>
              <a:rPr lang="en-US" sz="900" b="1" dirty="0"/>
              <a:t>ASC;</a:t>
            </a:r>
          </a:p>
          <a:p>
            <a:r>
              <a:rPr lang="en-US" dirty="0"/>
              <a:t>Result: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2C9718-5B2E-4EDB-8E0C-0E93BDAC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7" y="1956947"/>
            <a:ext cx="4838700" cy="1057275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EB25936-F5B3-4D8E-82A1-97E2AEB8ABD8}"/>
              </a:ext>
            </a:extLst>
          </p:cNvPr>
          <p:cNvCxnSpPr>
            <a:cxnSpLocks/>
          </p:cNvCxnSpPr>
          <p:nvPr/>
        </p:nvCxnSpPr>
        <p:spPr>
          <a:xfrm flipV="1">
            <a:off x="1031133" y="4154750"/>
            <a:ext cx="6224892" cy="1998587"/>
          </a:xfrm>
          <a:prstGeom prst="curvedConnector3">
            <a:avLst>
              <a:gd name="adj1" fmla="val 74387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400EA18-2F07-47BA-BAEA-48E47F93C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25" y="1780364"/>
            <a:ext cx="4267200" cy="413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71748-9545-42FA-8D6F-ED7AF8FF3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737" y="6050059"/>
            <a:ext cx="12477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0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418F9D-BDE5-4DFE-B087-045777F544B0}"/>
              </a:ext>
            </a:extLst>
          </p:cNvPr>
          <p:cNvSpPr txBox="1"/>
          <p:nvPr/>
        </p:nvSpPr>
        <p:spPr>
          <a:xfrm>
            <a:off x="262647" y="116732"/>
            <a:ext cx="11741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2</a:t>
            </a:r>
            <a:r>
              <a:rPr lang="en-US" dirty="0"/>
              <a:t>: Find number of distinct transactions per product between Jan 01 2016 and May 31 2016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8058C-4DAF-47AC-9FDC-8DDADE2BAF2F}"/>
              </a:ext>
            </a:extLst>
          </p:cNvPr>
          <p:cNvSpPr txBox="1"/>
          <p:nvPr/>
        </p:nvSpPr>
        <p:spPr>
          <a:xfrm>
            <a:off x="389106" y="690664"/>
            <a:ext cx="1148836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</a:t>
            </a:r>
          </a:p>
          <a:p>
            <a:r>
              <a:rPr lang="en-US" sz="1600" dirty="0"/>
              <a:t>Here the query to get the no of transactions per product </a:t>
            </a:r>
          </a:p>
          <a:p>
            <a:endParaRPr lang="en-US" dirty="0"/>
          </a:p>
          <a:p>
            <a:pPr lvl="1"/>
            <a:r>
              <a:rPr lang="en-US" sz="1200" dirty="0"/>
              <a:t>SELECT </a:t>
            </a:r>
            <a:r>
              <a:rPr lang="en-US" sz="1200" dirty="0" err="1"/>
              <a:t>T.prod_id</a:t>
            </a:r>
            <a:r>
              <a:rPr lang="en-US" sz="1200" dirty="0"/>
              <a:t>, </a:t>
            </a:r>
            <a:r>
              <a:rPr lang="en-US" sz="1200" dirty="0" err="1"/>
              <a:t>P.prod_name</a:t>
            </a:r>
            <a:r>
              <a:rPr lang="en-US" sz="1200" dirty="0"/>
              <a:t>, </a:t>
            </a:r>
          </a:p>
          <a:p>
            <a:pPr lvl="1"/>
            <a:r>
              <a:rPr lang="en-US" sz="1200" dirty="0"/>
              <a:t>COUNT(*) </a:t>
            </a:r>
          </a:p>
          <a:p>
            <a:pPr lvl="1"/>
            <a:r>
              <a:rPr lang="en-US" sz="1200" dirty="0"/>
              <a:t>FROM </a:t>
            </a:r>
          </a:p>
          <a:p>
            <a:pPr lvl="1"/>
            <a:r>
              <a:rPr lang="en-US" sz="1200" dirty="0"/>
              <a:t>TRANSACTIONS T </a:t>
            </a:r>
          </a:p>
          <a:p>
            <a:pPr lvl="1"/>
            <a:r>
              <a:rPr lang="en-US" sz="1200" dirty="0"/>
              <a:t>INNER JOIN PRODUCTS P ON </a:t>
            </a:r>
          </a:p>
          <a:p>
            <a:pPr lvl="1"/>
            <a:r>
              <a:rPr lang="en-US" sz="1200" dirty="0"/>
              <a:t>P.PROD_ID=</a:t>
            </a:r>
            <a:r>
              <a:rPr lang="en-US" sz="1200" dirty="0" err="1"/>
              <a:t>T.prod_id</a:t>
            </a:r>
            <a:endParaRPr lang="en-US" sz="1200" dirty="0"/>
          </a:p>
          <a:p>
            <a:pPr lvl="1"/>
            <a:r>
              <a:rPr lang="en-US" sz="1200" dirty="0"/>
              <a:t>WHERE </a:t>
            </a:r>
          </a:p>
          <a:p>
            <a:pPr lvl="1"/>
            <a:r>
              <a:rPr lang="en-US" sz="1200" dirty="0" err="1"/>
              <a:t>T.trans_dt</a:t>
            </a:r>
            <a:r>
              <a:rPr lang="en-US" sz="1200" dirty="0"/>
              <a:t> &gt;= '2016-01-01 00:00:00' AND </a:t>
            </a:r>
          </a:p>
          <a:p>
            <a:pPr lvl="1"/>
            <a:r>
              <a:rPr lang="en-US" sz="1200" dirty="0" err="1"/>
              <a:t>T.trans_dt</a:t>
            </a:r>
            <a:r>
              <a:rPr lang="en-US" sz="1200" dirty="0"/>
              <a:t>&lt;'2016-06-01 00:00:00'</a:t>
            </a:r>
          </a:p>
          <a:p>
            <a:pPr lvl="1"/>
            <a:r>
              <a:rPr lang="en-US" sz="1200" dirty="0"/>
              <a:t>GROUP BY </a:t>
            </a:r>
            <a:r>
              <a:rPr lang="en-US" sz="1200" dirty="0" err="1"/>
              <a:t>T.prod_id</a:t>
            </a:r>
            <a:r>
              <a:rPr lang="en-US" sz="1200" dirty="0"/>
              <a:t>, </a:t>
            </a:r>
            <a:r>
              <a:rPr lang="en-US" sz="1200" dirty="0" err="1"/>
              <a:t>P.prod_name</a:t>
            </a:r>
            <a:endParaRPr lang="en-US" sz="1200" dirty="0"/>
          </a:p>
          <a:p>
            <a:pPr lvl="1"/>
            <a:r>
              <a:rPr lang="en-US" sz="1200" dirty="0"/>
              <a:t>ORDER BY COUNT(*) DESC;</a:t>
            </a:r>
          </a:p>
          <a:p>
            <a:endParaRPr lang="en-US" sz="1400" dirty="0"/>
          </a:p>
          <a:p>
            <a:r>
              <a:rPr lang="en-US" sz="1400" dirty="0"/>
              <a:t>Or</a:t>
            </a:r>
          </a:p>
          <a:p>
            <a:endParaRPr lang="en-US" sz="1400" dirty="0"/>
          </a:p>
          <a:p>
            <a:pPr lvl="1"/>
            <a:r>
              <a:rPr lang="en-US" sz="1200" dirty="0"/>
              <a:t>SELECT </a:t>
            </a:r>
            <a:r>
              <a:rPr lang="en-US" sz="1200" dirty="0" err="1"/>
              <a:t>T.prod_id</a:t>
            </a:r>
            <a:r>
              <a:rPr lang="en-US" sz="1200" dirty="0"/>
              <a:t>, </a:t>
            </a:r>
            <a:r>
              <a:rPr lang="en-US" sz="1200" dirty="0" err="1"/>
              <a:t>P.prod_name</a:t>
            </a:r>
            <a:r>
              <a:rPr lang="en-US" sz="1200" dirty="0"/>
              <a:t>, </a:t>
            </a:r>
          </a:p>
          <a:p>
            <a:pPr lvl="1"/>
            <a:r>
              <a:rPr lang="en-US" sz="1200" dirty="0"/>
              <a:t>COUNT(distinct </a:t>
            </a:r>
            <a:r>
              <a:rPr lang="en-US" sz="1200" dirty="0" err="1"/>
              <a:t>trans_id</a:t>
            </a:r>
            <a:r>
              <a:rPr lang="en-US" sz="1200" dirty="0"/>
              <a:t>) </a:t>
            </a:r>
          </a:p>
          <a:p>
            <a:pPr lvl="1"/>
            <a:r>
              <a:rPr lang="en-US" sz="1200" dirty="0"/>
              <a:t>FROM </a:t>
            </a:r>
          </a:p>
          <a:p>
            <a:pPr lvl="1"/>
            <a:r>
              <a:rPr lang="en-US" sz="1200" dirty="0"/>
              <a:t>TRANSACTIONS T </a:t>
            </a:r>
          </a:p>
          <a:p>
            <a:pPr lvl="1"/>
            <a:r>
              <a:rPr lang="en-US" sz="1200" dirty="0"/>
              <a:t>INNER JOIN PRODUCTS P ON </a:t>
            </a:r>
          </a:p>
          <a:p>
            <a:pPr lvl="1"/>
            <a:r>
              <a:rPr lang="en-US" sz="1200" dirty="0"/>
              <a:t>P.PROD_ID=</a:t>
            </a:r>
            <a:r>
              <a:rPr lang="en-US" sz="1200" dirty="0" err="1"/>
              <a:t>T.prod_id</a:t>
            </a:r>
            <a:endParaRPr lang="en-US" sz="1200" dirty="0"/>
          </a:p>
          <a:p>
            <a:pPr lvl="1"/>
            <a:r>
              <a:rPr lang="en-US" sz="1200" dirty="0"/>
              <a:t>WHERE </a:t>
            </a:r>
            <a:r>
              <a:rPr lang="en-US" sz="1200" dirty="0" err="1"/>
              <a:t>T.trans_dt</a:t>
            </a:r>
            <a:r>
              <a:rPr lang="en-US" sz="1200" dirty="0"/>
              <a:t> &gt;= '2016-01-01 00:00:00’ </a:t>
            </a:r>
          </a:p>
          <a:p>
            <a:pPr lvl="1"/>
            <a:r>
              <a:rPr lang="en-US" sz="1200" dirty="0"/>
              <a:t>AND </a:t>
            </a:r>
            <a:r>
              <a:rPr lang="en-US" sz="1200" dirty="0" err="1"/>
              <a:t>T.trans_dt</a:t>
            </a:r>
            <a:r>
              <a:rPr lang="en-US" sz="1200" dirty="0"/>
              <a:t>&lt;'2016-06-01 00:00:00'</a:t>
            </a:r>
          </a:p>
          <a:p>
            <a:pPr lvl="1"/>
            <a:r>
              <a:rPr lang="en-US" sz="1200" dirty="0"/>
              <a:t>GROUP BY </a:t>
            </a:r>
            <a:r>
              <a:rPr lang="en-US" sz="1200" dirty="0" err="1"/>
              <a:t>T.prod_id</a:t>
            </a:r>
            <a:r>
              <a:rPr lang="en-US" sz="1200" dirty="0"/>
              <a:t>, </a:t>
            </a:r>
            <a:r>
              <a:rPr lang="en-US" sz="1200" dirty="0" err="1"/>
              <a:t>P.prod_name</a:t>
            </a:r>
            <a:endParaRPr lang="en-US" sz="1200" dirty="0"/>
          </a:p>
          <a:p>
            <a:pPr lvl="1"/>
            <a:r>
              <a:rPr lang="en-US" sz="1200" dirty="0"/>
              <a:t>ORDER BY COUNT(distinct </a:t>
            </a:r>
            <a:r>
              <a:rPr lang="en-US" sz="1200" dirty="0" err="1"/>
              <a:t>trans_id</a:t>
            </a:r>
            <a:r>
              <a:rPr lang="en-US" sz="1200" dirty="0"/>
              <a:t>) DESC;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BD7CD-D1F4-41E8-A0AD-7FFC4226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065" y="1377425"/>
            <a:ext cx="6648450" cy="410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61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6072AB-D57F-4207-8DA6-2B7660E0E4C2}"/>
              </a:ext>
            </a:extLst>
          </p:cNvPr>
          <p:cNvSpPr txBox="1"/>
          <p:nvPr/>
        </p:nvSpPr>
        <p:spPr>
          <a:xfrm>
            <a:off x="390617" y="186431"/>
            <a:ext cx="1141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3: </a:t>
            </a:r>
            <a:r>
              <a:rPr lang="en-US" dirty="0"/>
              <a:t>Find the most recent segment of each customer as of 2016-03-01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9BB71-69F2-49AC-827D-B286C5223D6E}"/>
              </a:ext>
            </a:extLst>
          </p:cNvPr>
          <p:cNvSpPr txBox="1"/>
          <p:nvPr/>
        </p:nvSpPr>
        <p:spPr>
          <a:xfrm>
            <a:off x="390617" y="710214"/>
            <a:ext cx="1075085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sz="1200" dirty="0"/>
              <a:t>SELECT </a:t>
            </a:r>
            <a:r>
              <a:rPr lang="en-US" sz="1200" dirty="0" err="1"/>
              <a:t>cust_id</a:t>
            </a:r>
            <a:r>
              <a:rPr lang="en-US" sz="1200" dirty="0"/>
              <a:t>, </a:t>
            </a:r>
            <a:r>
              <a:rPr lang="en-US" sz="1200" dirty="0" err="1"/>
              <a:t>seg_name</a:t>
            </a:r>
            <a:r>
              <a:rPr lang="en-US" sz="1200" dirty="0"/>
              <a:t>, </a:t>
            </a:r>
            <a:r>
              <a:rPr lang="en-US" sz="1200" dirty="0" err="1"/>
              <a:t>update_at</a:t>
            </a:r>
            <a:endParaRPr lang="en-US" sz="1200" dirty="0"/>
          </a:p>
          <a:p>
            <a:pPr lvl="1"/>
            <a:r>
              <a:rPr lang="en-US" sz="1200" dirty="0"/>
              <a:t>FROM(</a:t>
            </a:r>
          </a:p>
          <a:p>
            <a:pPr lvl="1"/>
            <a:r>
              <a:rPr lang="en-US" sz="1200" dirty="0"/>
              <a:t>SELECT </a:t>
            </a:r>
            <a:r>
              <a:rPr lang="en-US" sz="1200" dirty="0" err="1"/>
              <a:t>cust_id</a:t>
            </a:r>
            <a:r>
              <a:rPr lang="en-US" sz="1200" dirty="0"/>
              <a:t>, </a:t>
            </a:r>
            <a:r>
              <a:rPr lang="en-US" sz="1200" dirty="0" err="1"/>
              <a:t>seg_name</a:t>
            </a:r>
            <a:r>
              <a:rPr lang="en-US" sz="1200" dirty="0"/>
              <a:t>, </a:t>
            </a:r>
            <a:r>
              <a:rPr lang="en-US" sz="1200" dirty="0" err="1"/>
              <a:t>update_at</a:t>
            </a:r>
            <a:r>
              <a:rPr lang="en-US" sz="1200" dirty="0"/>
              <a:t>, </a:t>
            </a:r>
          </a:p>
          <a:p>
            <a:pPr lvl="1"/>
            <a:r>
              <a:rPr lang="en-US" sz="1200" dirty="0"/>
              <a:t>ROW_NUMBER () OVER (PARTITION BY </a:t>
            </a:r>
            <a:r>
              <a:rPr lang="en-US" sz="1200" dirty="0" err="1"/>
              <a:t>cust_id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                                             ORDER BY </a:t>
            </a:r>
            <a:r>
              <a:rPr lang="en-US" sz="1200" dirty="0" err="1"/>
              <a:t>update_at</a:t>
            </a:r>
            <a:r>
              <a:rPr lang="en-US" sz="1200" dirty="0"/>
              <a:t> DESC)</a:t>
            </a:r>
          </a:p>
          <a:p>
            <a:pPr lvl="1"/>
            <a:r>
              <a:rPr lang="en-US" sz="1200" dirty="0"/>
              <a:t>                                             LATEST</a:t>
            </a:r>
          </a:p>
          <a:p>
            <a:pPr lvl="1"/>
            <a:r>
              <a:rPr lang="en-US" sz="1200" dirty="0"/>
              <a:t>FROM (</a:t>
            </a:r>
          </a:p>
          <a:p>
            <a:pPr lvl="1"/>
            <a:r>
              <a:rPr lang="en-US" sz="1200" dirty="0"/>
              <a:t>SELECT </a:t>
            </a:r>
          </a:p>
          <a:p>
            <a:pPr lvl="1"/>
            <a:r>
              <a:rPr lang="en-US" sz="1200" dirty="0" err="1"/>
              <a:t>cust_id</a:t>
            </a:r>
            <a:r>
              <a:rPr lang="en-US" sz="1200" dirty="0"/>
              <a:t>, </a:t>
            </a:r>
            <a:r>
              <a:rPr lang="en-US" sz="1200" dirty="0" err="1"/>
              <a:t>seg_name</a:t>
            </a:r>
            <a:r>
              <a:rPr lang="en-US" sz="1200" dirty="0"/>
              <a:t>, </a:t>
            </a:r>
            <a:r>
              <a:rPr lang="en-US" sz="1200" dirty="0" err="1"/>
              <a:t>update_at</a:t>
            </a:r>
            <a:endParaRPr lang="en-US" sz="1200" dirty="0"/>
          </a:p>
          <a:p>
            <a:pPr lvl="1"/>
            <a:r>
              <a:rPr lang="en-US" sz="1200" dirty="0"/>
              <a:t>FROM </a:t>
            </a:r>
          </a:p>
          <a:p>
            <a:pPr lvl="1"/>
            <a:r>
              <a:rPr lang="en-US" sz="1200" dirty="0"/>
              <a:t>SEGMENTS </a:t>
            </a:r>
          </a:p>
          <a:p>
            <a:pPr lvl="1"/>
            <a:r>
              <a:rPr lang="en-US" sz="1200" dirty="0"/>
              <a:t>WHERE </a:t>
            </a:r>
            <a:r>
              <a:rPr lang="en-US" sz="1200" dirty="0" err="1"/>
              <a:t>update_at</a:t>
            </a:r>
            <a:r>
              <a:rPr lang="en-US" sz="1200" dirty="0"/>
              <a:t>&lt;='2016-03-01 00:00:00'</a:t>
            </a:r>
          </a:p>
          <a:p>
            <a:pPr lvl="1"/>
            <a:r>
              <a:rPr lang="en-US" sz="1200" dirty="0"/>
              <a:t>)PER_SEG</a:t>
            </a:r>
          </a:p>
          <a:p>
            <a:pPr lvl="1"/>
            <a:r>
              <a:rPr lang="en-US" sz="1200" dirty="0"/>
              <a:t>)FINAL WHERE LATEST=1</a:t>
            </a:r>
          </a:p>
          <a:p>
            <a:pPr lvl="1"/>
            <a:r>
              <a:rPr lang="en-US" sz="1200" dirty="0"/>
              <a:t>ORDER BY </a:t>
            </a:r>
            <a:r>
              <a:rPr lang="en-US" sz="1200" dirty="0" err="1"/>
              <a:t>update_at</a:t>
            </a:r>
            <a:r>
              <a:rPr lang="en-US" sz="1200" dirty="0"/>
              <a:t>;</a:t>
            </a:r>
          </a:p>
          <a:p>
            <a:endParaRPr lang="en-US" sz="1400" dirty="0"/>
          </a:p>
          <a:p>
            <a:endParaRPr lang="en-US" sz="1400" b="1" dirty="0"/>
          </a:p>
          <a:p>
            <a:r>
              <a:rPr lang="en-US" sz="1400" b="1" dirty="0"/>
              <a:t>The Other Part of the question : “</a:t>
            </a:r>
            <a:r>
              <a:rPr lang="en-US" sz="1400" b="1" i="1" dirty="0"/>
              <a:t>should have at most one row per customer</a:t>
            </a:r>
            <a:r>
              <a:rPr lang="en-US" sz="1400" b="1" dirty="0"/>
              <a:t>”</a:t>
            </a:r>
          </a:p>
          <a:p>
            <a:endParaRPr lang="en-US" sz="1400" dirty="0"/>
          </a:p>
          <a:p>
            <a:r>
              <a:rPr lang="en-US" sz="1400" b="1" dirty="0"/>
              <a:t>To verify this</a:t>
            </a:r>
          </a:p>
          <a:p>
            <a:pPr lvl="1"/>
            <a:r>
              <a:rPr lang="en-US" sz="1200" dirty="0"/>
              <a:t>SELECT </a:t>
            </a:r>
            <a:r>
              <a:rPr lang="en-US" sz="1200" dirty="0" err="1"/>
              <a:t>cust_id</a:t>
            </a:r>
            <a:r>
              <a:rPr lang="en-US" sz="1200" dirty="0"/>
              <a:t>, COUNT(*) FROM (</a:t>
            </a:r>
          </a:p>
          <a:p>
            <a:pPr lvl="1"/>
            <a:r>
              <a:rPr lang="en-US" sz="1200" dirty="0"/>
              <a:t>SELECT * FROM </a:t>
            </a:r>
            <a:r>
              <a:rPr lang="en-US" sz="1200" dirty="0" err="1"/>
              <a:t>Cust_seg_view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)DUPS GROUP BY </a:t>
            </a:r>
            <a:r>
              <a:rPr lang="en-US" sz="1200" dirty="0" err="1"/>
              <a:t>cust_id</a:t>
            </a:r>
            <a:endParaRPr lang="en-US" sz="1200" dirty="0"/>
          </a:p>
          <a:p>
            <a:pPr lvl="1"/>
            <a:r>
              <a:rPr lang="en-US" sz="1200" dirty="0"/>
              <a:t>HAVING COUNT(*)&gt;1</a:t>
            </a:r>
          </a:p>
          <a:p>
            <a:pPr lvl="1"/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37BEE-D29C-4CA2-9046-06B4DE6E9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163" y="555763"/>
            <a:ext cx="4310312" cy="470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AE894C-F8AD-494C-90BD-0555C668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122" y="5263950"/>
            <a:ext cx="3609975" cy="1571625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DF64AA21-11DB-42AD-8E36-51C42E176750}"/>
              </a:ext>
            </a:extLst>
          </p:cNvPr>
          <p:cNvCxnSpPr/>
          <p:nvPr/>
        </p:nvCxnSpPr>
        <p:spPr>
          <a:xfrm>
            <a:off x="1050525" y="5885895"/>
            <a:ext cx="2092170" cy="585926"/>
          </a:xfrm>
          <a:prstGeom prst="curvedConnector3">
            <a:avLst>
              <a:gd name="adj1" fmla="val -5795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F58F240F-AB85-4F2A-8ADD-62749F1E6FC3}"/>
              </a:ext>
            </a:extLst>
          </p:cNvPr>
          <p:cNvCxnSpPr>
            <a:cxnSpLocks/>
          </p:cNvCxnSpPr>
          <p:nvPr/>
        </p:nvCxnSpPr>
        <p:spPr>
          <a:xfrm flipV="1">
            <a:off x="3412122" y="1196503"/>
            <a:ext cx="3419041" cy="2549874"/>
          </a:xfrm>
          <a:prstGeom prst="curvedConnector3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76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C34AC6-8629-47C8-B859-4AA4361FBFE0}"/>
              </a:ext>
            </a:extLst>
          </p:cNvPr>
          <p:cNvSpPr txBox="1"/>
          <p:nvPr/>
        </p:nvSpPr>
        <p:spPr>
          <a:xfrm>
            <a:off x="233464" y="77821"/>
            <a:ext cx="116634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4:</a:t>
            </a:r>
            <a:r>
              <a:rPr lang="en-US" sz="2000" b="1" dirty="0"/>
              <a:t> </a:t>
            </a:r>
            <a:r>
              <a:rPr lang="en-US" dirty="0"/>
              <a:t>FIND MOST POPULAR CATEGORY FOR EACH ACTIVE SEGMENT. **READ AS MOST REVENUE PRODUCING WHERE REVENUE IS </a:t>
            </a:r>
            <a:r>
              <a:rPr lang="en-US" dirty="0" err="1"/>
              <a:t>item_qty</a:t>
            </a:r>
            <a:r>
              <a:rPr lang="en-US" dirty="0"/>
              <a:t>* </a:t>
            </a:r>
            <a:r>
              <a:rPr lang="en-US" dirty="0" err="1"/>
              <a:t>item_price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D7BE9-5607-406D-ACC5-CCDDF5E531B5}"/>
              </a:ext>
            </a:extLst>
          </p:cNvPr>
          <p:cNvSpPr txBox="1"/>
          <p:nvPr/>
        </p:nvSpPr>
        <p:spPr>
          <a:xfrm>
            <a:off x="233464" y="846306"/>
            <a:ext cx="116634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sz="1200" dirty="0"/>
              <a:t>SELECT SEG_NAME, category, REVENUE FROM </a:t>
            </a:r>
          </a:p>
          <a:p>
            <a:pPr lvl="1"/>
            <a:r>
              <a:rPr lang="en-US" sz="1200" dirty="0"/>
              <a:t>(</a:t>
            </a:r>
          </a:p>
          <a:p>
            <a:pPr lvl="1"/>
            <a:r>
              <a:rPr lang="en-US" sz="1200" dirty="0"/>
              <a:t>SELECT SEG_NAME, CATEGORY, REVENUE,</a:t>
            </a:r>
          </a:p>
          <a:p>
            <a:pPr lvl="1"/>
            <a:r>
              <a:rPr lang="en-US" sz="1200" dirty="0"/>
              <a:t>RANK() OVER(PARTITION BY </a:t>
            </a:r>
          </a:p>
          <a:p>
            <a:pPr lvl="1"/>
            <a:r>
              <a:rPr lang="en-US" sz="1200" dirty="0"/>
              <a:t>                         SEG_NAME </a:t>
            </a:r>
          </a:p>
          <a:p>
            <a:pPr lvl="1"/>
            <a:r>
              <a:rPr lang="en-US" sz="1200" dirty="0"/>
              <a:t>                        ORDER BY REVENUE DESC) </a:t>
            </a:r>
          </a:p>
          <a:p>
            <a:pPr lvl="1"/>
            <a:r>
              <a:rPr lang="en-US" sz="1200" dirty="0"/>
              <a:t>                        AS MOST_POP</a:t>
            </a:r>
          </a:p>
          <a:p>
            <a:pPr lvl="1"/>
            <a:r>
              <a:rPr lang="en-US" sz="1200" dirty="0"/>
              <a:t>FROM</a:t>
            </a:r>
          </a:p>
          <a:p>
            <a:pPr lvl="1"/>
            <a:r>
              <a:rPr lang="en-US" sz="1200" dirty="0"/>
              <a:t>(</a:t>
            </a:r>
          </a:p>
          <a:p>
            <a:pPr lvl="1"/>
            <a:r>
              <a:rPr lang="en-US" sz="1200" dirty="0"/>
              <a:t>SELECT</a:t>
            </a:r>
          </a:p>
          <a:p>
            <a:pPr lvl="1"/>
            <a:r>
              <a:rPr lang="en-US" sz="1200" dirty="0" err="1"/>
              <a:t>S.seg_name</a:t>
            </a:r>
            <a:r>
              <a:rPr lang="en-US" sz="1200" dirty="0"/>
              <a:t>,</a:t>
            </a:r>
          </a:p>
          <a:p>
            <a:pPr lvl="1"/>
            <a:r>
              <a:rPr lang="en-US" sz="1200" dirty="0" err="1"/>
              <a:t>P.category</a:t>
            </a:r>
            <a:r>
              <a:rPr lang="en-US" sz="1200" dirty="0"/>
              <a:t>,</a:t>
            </a:r>
          </a:p>
          <a:p>
            <a:pPr lvl="1"/>
            <a:r>
              <a:rPr lang="en-US" sz="1200" dirty="0"/>
              <a:t>SUM(</a:t>
            </a:r>
            <a:r>
              <a:rPr lang="en-US" sz="1200" dirty="0" err="1"/>
              <a:t>T.item_price</a:t>
            </a:r>
            <a:r>
              <a:rPr lang="en-US" sz="1200" dirty="0"/>
              <a:t> * </a:t>
            </a:r>
            <a:r>
              <a:rPr lang="en-US" sz="1200" dirty="0" err="1"/>
              <a:t>T.item_qty</a:t>
            </a:r>
            <a:r>
              <a:rPr lang="en-US" sz="1200" dirty="0"/>
              <a:t>) AS REVENUE</a:t>
            </a:r>
          </a:p>
          <a:p>
            <a:pPr lvl="1"/>
            <a:r>
              <a:rPr lang="en-US" sz="1200" dirty="0"/>
              <a:t>FROM </a:t>
            </a:r>
          </a:p>
          <a:p>
            <a:pPr lvl="1"/>
            <a:r>
              <a:rPr lang="en-US" sz="1200" dirty="0"/>
              <a:t>TRANSACTIONS T </a:t>
            </a:r>
          </a:p>
          <a:p>
            <a:pPr lvl="1"/>
            <a:r>
              <a:rPr lang="en-US" sz="1200" dirty="0"/>
              <a:t>INNER JOIN products P ON </a:t>
            </a:r>
          </a:p>
          <a:p>
            <a:pPr lvl="1"/>
            <a:r>
              <a:rPr lang="en-US" sz="1200" dirty="0" err="1"/>
              <a:t>P.prod_id</a:t>
            </a:r>
            <a:r>
              <a:rPr lang="en-US" sz="1200" dirty="0"/>
              <a:t>=</a:t>
            </a:r>
            <a:r>
              <a:rPr lang="en-US" sz="1200" dirty="0" err="1"/>
              <a:t>T.prod_id</a:t>
            </a:r>
            <a:endParaRPr lang="en-US" sz="1200" dirty="0"/>
          </a:p>
          <a:p>
            <a:pPr lvl="1"/>
            <a:r>
              <a:rPr lang="en-US" sz="1200" dirty="0"/>
              <a:t>INNER JOIN segments S ON </a:t>
            </a:r>
          </a:p>
          <a:p>
            <a:pPr lvl="1"/>
            <a:r>
              <a:rPr lang="en-US" sz="1200" dirty="0"/>
              <a:t>S.CUST_ID =</a:t>
            </a:r>
            <a:r>
              <a:rPr lang="en-US" sz="1200" dirty="0" err="1"/>
              <a:t>T.cust_id</a:t>
            </a:r>
            <a:endParaRPr lang="en-US" sz="1200" dirty="0"/>
          </a:p>
          <a:p>
            <a:pPr lvl="1"/>
            <a:r>
              <a:rPr lang="en-US" sz="1200" dirty="0"/>
              <a:t>WHERE S.ACTIVE_FLAG='Y'</a:t>
            </a:r>
          </a:p>
          <a:p>
            <a:pPr lvl="1"/>
            <a:r>
              <a:rPr lang="en-US" sz="1200" dirty="0"/>
              <a:t>GROUP BY </a:t>
            </a:r>
            <a:r>
              <a:rPr lang="en-US" sz="1200" dirty="0" err="1"/>
              <a:t>S.seg_name</a:t>
            </a:r>
            <a:r>
              <a:rPr lang="en-US" sz="1200" dirty="0"/>
              <a:t>, </a:t>
            </a:r>
            <a:r>
              <a:rPr lang="en-US" sz="1200" dirty="0" err="1"/>
              <a:t>P.category</a:t>
            </a:r>
            <a:endParaRPr lang="en-US" sz="1200" dirty="0"/>
          </a:p>
          <a:p>
            <a:pPr lvl="1"/>
            <a:r>
              <a:rPr lang="en-US" sz="1200" dirty="0"/>
              <a:t>--ORDER BY REVENUE DESC;</a:t>
            </a:r>
          </a:p>
          <a:p>
            <a:pPr lvl="1"/>
            <a:r>
              <a:rPr lang="en-US" sz="1200" dirty="0"/>
              <a:t>)MOST_POP </a:t>
            </a:r>
          </a:p>
          <a:p>
            <a:pPr lvl="1"/>
            <a:r>
              <a:rPr lang="en-US" sz="1200" dirty="0"/>
              <a:t>)FINAL WHERE MOST_POP=1</a:t>
            </a:r>
          </a:p>
          <a:p>
            <a:pPr lvl="1"/>
            <a:r>
              <a:rPr lang="en-US" sz="1200" dirty="0"/>
              <a:t>ORDER BY REVENUE DESC;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96A08-5F0E-4495-8475-7328D21D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196" y="1553745"/>
            <a:ext cx="3695700" cy="1924050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85CEA100-52C2-4E65-9F60-7C447406816A}"/>
              </a:ext>
            </a:extLst>
          </p:cNvPr>
          <p:cNvCxnSpPr/>
          <p:nvPr/>
        </p:nvCxnSpPr>
        <p:spPr>
          <a:xfrm rot="5400000" flipH="1" flipV="1">
            <a:off x="3370634" y="2465962"/>
            <a:ext cx="2577830" cy="2451370"/>
          </a:xfrm>
          <a:prstGeom prst="curvedConnector3">
            <a:avLst>
              <a:gd name="adj1" fmla="val 100943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16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704</Words>
  <Application>Microsoft Office PowerPoint</Application>
  <PresentationFormat>Widescreen</PresentationFormat>
  <Paragraphs>113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Giridhar Murthy Sreedhara</dc:creator>
  <cp:lastModifiedBy>Giridhar Murthy Sreedhara</cp:lastModifiedBy>
  <cp:revision>1</cp:revision>
  <dcterms:created xsi:type="dcterms:W3CDTF">2020-05-29T17:26:57Z</dcterms:created>
  <dcterms:modified xsi:type="dcterms:W3CDTF">2020-05-31T02:00:16Z</dcterms:modified>
</cp:coreProperties>
</file>