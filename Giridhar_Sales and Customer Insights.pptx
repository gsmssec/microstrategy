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ridhar Murthy Sreedhara" initials="GMS" lastIdx="1" clrIdx="0">
    <p:extLst>
      <p:ext uri="{19B8F6BF-5375-455C-9EA6-DF929625EA0E}">
        <p15:presenceInfo xmlns:p15="http://schemas.microsoft.com/office/powerpoint/2012/main" userId="eb3b241fac200a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ADF58-09C0-4C9E-B831-78174CD3DB53}" v="2" dt="2020-05-31T01:46:46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dhar Murthy Sreedhara" userId="eb3b241fac200a5a" providerId="LiveId" clId="{22DADF58-09C0-4C9E-B831-78174CD3DB53}"/>
    <pc:docChg chg="custSel modSld">
      <pc:chgData name="Giridhar Murthy Sreedhara" userId="eb3b241fac200a5a" providerId="LiveId" clId="{22DADF58-09C0-4C9E-B831-78174CD3DB53}" dt="2020-05-31T01:54:02.447" v="97" actId="20577"/>
      <pc:docMkLst>
        <pc:docMk/>
      </pc:docMkLst>
      <pc:sldChg chg="modSp mod addCm delCm">
        <pc:chgData name="Giridhar Murthy Sreedhara" userId="eb3b241fac200a5a" providerId="LiveId" clId="{22DADF58-09C0-4C9E-B831-78174CD3DB53}" dt="2020-05-31T01:54:02.447" v="97" actId="20577"/>
        <pc:sldMkLst>
          <pc:docMk/>
          <pc:sldMk cId="667321178" sldId="256"/>
        </pc:sldMkLst>
        <pc:spChg chg="mod">
          <ac:chgData name="Giridhar Murthy Sreedhara" userId="eb3b241fac200a5a" providerId="LiveId" clId="{22DADF58-09C0-4C9E-B831-78174CD3DB53}" dt="2020-05-30T22:36:03.817" v="0" actId="115"/>
          <ac:spMkLst>
            <pc:docMk/>
            <pc:sldMk cId="667321178" sldId="256"/>
            <ac:spMk id="4" creationId="{4185B3D1-2556-4A49-940F-71731BAC8578}"/>
          </ac:spMkLst>
        </pc:spChg>
        <pc:spChg chg="mod">
          <ac:chgData name="Giridhar Murthy Sreedhara" userId="eb3b241fac200a5a" providerId="LiveId" clId="{22DADF58-09C0-4C9E-B831-78174CD3DB53}" dt="2020-05-31T01:54:02.447" v="97" actId="20577"/>
          <ac:spMkLst>
            <pc:docMk/>
            <pc:sldMk cId="667321178" sldId="256"/>
            <ac:spMk id="5" creationId="{CB02E93C-A983-4C54-8500-D4F32D82D7D8}"/>
          </ac:spMkLst>
        </pc:spChg>
      </pc:sldChg>
      <pc:sldChg chg="addSp delSp modSp mod">
        <pc:chgData name="Giridhar Murthy Sreedhara" userId="eb3b241fac200a5a" providerId="LiveId" clId="{22DADF58-09C0-4C9E-B831-78174CD3DB53}" dt="2020-05-31T01:46:59.961" v="34" actId="14100"/>
        <pc:sldMkLst>
          <pc:docMk/>
          <pc:sldMk cId="1581619773" sldId="257"/>
        </pc:sldMkLst>
        <pc:picChg chg="del">
          <ac:chgData name="Giridhar Murthy Sreedhara" userId="eb3b241fac200a5a" providerId="LiveId" clId="{22DADF58-09C0-4C9E-B831-78174CD3DB53}" dt="2020-05-31T01:46:06.400" v="27" actId="478"/>
          <ac:picMkLst>
            <pc:docMk/>
            <pc:sldMk cId="1581619773" sldId="257"/>
            <ac:picMk id="4" creationId="{1FDE4DF0-93F0-4D6E-A2FA-388FD83525AC}"/>
          </ac:picMkLst>
        </pc:picChg>
        <pc:picChg chg="add mod">
          <ac:chgData name="Giridhar Murthy Sreedhara" userId="eb3b241fac200a5a" providerId="LiveId" clId="{22DADF58-09C0-4C9E-B831-78174CD3DB53}" dt="2020-05-31T01:46:59.961" v="34" actId="14100"/>
          <ac:picMkLst>
            <pc:docMk/>
            <pc:sldMk cId="1581619773" sldId="257"/>
            <ac:picMk id="5" creationId="{B434D4C6-2943-465B-AE55-D987D687F057}"/>
          </ac:picMkLst>
        </pc:picChg>
      </pc:sldChg>
      <pc:sldChg chg="addSp delSp modSp mod">
        <pc:chgData name="Giridhar Murthy Sreedhara" userId="eb3b241fac200a5a" providerId="LiveId" clId="{22DADF58-09C0-4C9E-B831-78174CD3DB53}" dt="2020-05-31T01:46:53.742" v="33" actId="14100"/>
        <pc:sldMkLst>
          <pc:docMk/>
          <pc:sldMk cId="250675801" sldId="258"/>
        </pc:sldMkLst>
        <pc:picChg chg="del">
          <ac:chgData name="Giridhar Murthy Sreedhara" userId="eb3b241fac200a5a" providerId="LiveId" clId="{22DADF58-09C0-4C9E-B831-78174CD3DB53}" dt="2020-05-31T01:46:21.276" v="30" actId="478"/>
          <ac:picMkLst>
            <pc:docMk/>
            <pc:sldMk cId="250675801" sldId="258"/>
            <ac:picMk id="4" creationId="{48E6D7E3-C318-4CF6-BD58-07475043685A}"/>
          </ac:picMkLst>
        </pc:picChg>
        <pc:picChg chg="add mod">
          <ac:chgData name="Giridhar Murthy Sreedhara" userId="eb3b241fac200a5a" providerId="LiveId" clId="{22DADF58-09C0-4C9E-B831-78174CD3DB53}" dt="2020-05-31T01:46:53.742" v="33" actId="14100"/>
          <ac:picMkLst>
            <pc:docMk/>
            <pc:sldMk cId="250675801" sldId="258"/>
            <ac:picMk id="5" creationId="{812C9C72-C470-4C8A-B471-B2A6A9ECE3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117A-4EB8-43DE-AA51-2E3F70A45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B11D9-AB1A-496C-A477-6F9421C69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8345-826F-41B9-AB7B-EC96383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751F0-D8FB-4BF1-A9EA-C4B7122C8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35720-F7DB-4F7A-A250-57E2F62C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2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F725-0D1C-416D-A734-C9DA663D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F0A6-7026-4047-8536-080BCDA6B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6DBC9-AA1E-40B4-81DB-34AFE46C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69718-59DA-49C3-ADFC-C6C3ED9D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B15D-BC2B-4B3F-AF74-370A12FC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BBD4-B3E0-4940-9458-2337C254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E0770-D70E-4F20-A63B-ED32B2B25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014A-8197-4024-8C64-0EF5E4CA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98739-0276-4FFF-91A1-3B7C2BBB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1775A-B05D-4FDD-8B1D-D3748A2F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5E0E-E221-43AA-BB08-859C3B51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2082-5F57-4CF0-ACB7-9DB5E7943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3EEE3-EEC4-4C03-9898-D01B9953B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FC0F9-50D6-40FF-9632-A9E6C11F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957EA-8EB3-4F05-86AF-8AB78961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34A85-FA8D-42B0-963A-519B2519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1070-4B7F-40FE-9CEA-0062865B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D8168-FDDC-4424-B855-6034B213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4DD1A-6856-462C-BD13-DED4D93F6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0E377-1B2F-4DD7-B340-663C0C5AA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1EFCA-28F8-43F9-99AA-5D8B1EC44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0400E-3F1D-466F-BC50-026C0F508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A8F070-9ED8-4BD0-9BC9-F13AE822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BCD55-6A5C-48A2-8A5D-24D0CEFA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3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5F54-CAC1-427A-AEB2-2370E3C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B82B1-4702-4C98-994B-7457BF5E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8C4D5-DC6E-41A5-8CED-9112BC1F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BB2AA-61A7-4807-8F72-A0E2DC6D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6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123EF-CD39-4A06-BEA7-0F3D7340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7C760-BA8C-427A-9A1B-E1779763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7A3DA-0FC4-412A-8B24-66A6C592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F725-ABB1-4076-80AB-EA3B35B0A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B5B1-6093-49B2-A9A6-2278D4DD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F4D9E-15F3-41C0-B9F4-99CF24136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E9F48-45A9-452E-9B8A-AEA9AA26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FC0F4-FF8F-47AF-93C7-13641642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6653D-6ACE-467D-A961-7D478731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7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BE9B-C771-40F1-89D6-A3851AD8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4A815-045A-4E58-A7F8-CDCAE25F0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1C9B0-7CD6-4FF6-87DD-0F9A651AF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E4A1A-B5C4-43E8-97F8-38141ED6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EBE03-426D-420E-B458-AC05DF8B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3AAC8-01BD-468F-8FE2-26A7FC75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6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B4D2-FAF2-4A54-A288-35B3F0DB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6F019-AE78-4568-B298-959199EC1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ECFF8-B7EC-4C80-949D-85F387EC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77967-5FC9-4CD8-98E2-706FCC72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5513-8E57-4BCA-AC89-9EEFE4FF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8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E0CDD-DD99-4571-8A59-A17FC1818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EFA18-3CC4-44FB-97E8-AFD90F689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FA84E-EB27-4ED4-9428-017AD8F6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C159D-6D5D-416C-97F1-8A9088B1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EE7A-8D4E-4E3D-8239-96526F6B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2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CDBBB-58AA-4989-962D-FB3FB59F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8D15-C63C-42E5-9687-53FA143AE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9C85B-20C4-4FA9-95B9-59185B344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C4CE4-DDEA-470F-A887-1EBA5599256E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A91C-2344-4B58-956A-733096432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93DB4-D62A-45EA-B27A-582F81D91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C8BF1-1DE3-4418-8E28-47D0D2E1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85B3D1-2556-4A49-940F-71731BAC8578}"/>
              </a:ext>
            </a:extLst>
          </p:cNvPr>
          <p:cNvSpPr txBox="1"/>
          <p:nvPr/>
        </p:nvSpPr>
        <p:spPr>
          <a:xfrm>
            <a:off x="457200" y="133350"/>
            <a:ext cx="10582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Sales Trends and Customer Retention Plan</a:t>
            </a:r>
            <a:endParaRPr lang="en-US" u="sng" dirty="0">
              <a:solidFill>
                <a:schemeClr val="tx1">
                  <a:lumMod val="95000"/>
                  <a:lumOff val="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2E93C-A983-4C54-8500-D4F32D82D7D8}"/>
              </a:ext>
            </a:extLst>
          </p:cNvPr>
          <p:cNvSpPr txBox="1"/>
          <p:nvPr/>
        </p:nvSpPr>
        <p:spPr>
          <a:xfrm>
            <a:off x="457200" y="533460"/>
            <a:ext cx="1095060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Factors Driving Insights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‘Peak’ in January. It is assumed that the promotions and deals offered during the holiday season is driving sales. This is consistent across all customer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 Sales revenue come from categories – Women and Make-up. The least sales from category- Sun. Sun products  sell during holiday season(driven by promotions/discounts) and summer season.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VIP and LOYAL customers fare better off-season compared to Other Customers- predominantly Infrequent and One-off.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VIP Customers bring in the max sales by category compared to loyal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Recommendations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retention should be the focus to increase sales both on and off season as VIP and LOYAL customers seem to keep the trend consistent.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Loyalty programs and VIP customer benefits/promotions should be increased both for retention of existing customers and to attract other segments. (slide 3 avg sales </a:t>
            </a:r>
            <a:r>
              <a:rPr lang="en-US"/>
              <a:t>price comparisons)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conversion should focus on ‘Loyal’ to ‘VIP’ conversions.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Promotions/deals on Men products to increase sales. </a:t>
            </a:r>
          </a:p>
        </p:txBody>
      </p:sp>
    </p:spTree>
    <p:extLst>
      <p:ext uri="{BB962C8B-B14F-4D97-AF65-F5344CB8AC3E}">
        <p14:creationId xmlns:p14="http://schemas.microsoft.com/office/powerpoint/2010/main" val="66732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4D4C6-2943-465B-AE55-D987D687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1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2C9C72-C470-4C8A-B471-B2A6A9ECE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189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Giridhar Murthy Sreedhara</dc:creator>
  <cp:lastModifiedBy>Giridhar Murthy Sreedhara</cp:lastModifiedBy>
  <cp:revision>2</cp:revision>
  <dcterms:created xsi:type="dcterms:W3CDTF">2020-05-30T22:18:36Z</dcterms:created>
  <dcterms:modified xsi:type="dcterms:W3CDTF">2020-05-31T01:54:04Z</dcterms:modified>
</cp:coreProperties>
</file>